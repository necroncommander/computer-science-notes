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70" r:id="rId13"/>
    <p:sldId id="274" r:id="rId14"/>
    <p:sldId id="276" r:id="rId15"/>
    <p:sldId id="277" r:id="rId16"/>
    <p:sldId id="278" r:id="rId17"/>
    <p:sldId id="279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D59D9-75BC-0449-81E4-7EB16EB51339}" type="datetimeFigureOut">
              <a:rPr lang="en-US" smtClean="0"/>
              <a:pPr/>
              <a:t>2/1/2018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65243-CF89-AA40-B126-6E32298B962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31265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D59D9-75BC-0449-81E4-7EB16EB51339}" type="datetimeFigureOut">
              <a:rPr lang="en-US" smtClean="0"/>
              <a:pPr/>
              <a:t>2/1/2018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65243-CF89-AA40-B126-6E32298B962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76632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D59D9-75BC-0449-81E4-7EB16EB51339}" type="datetimeFigureOut">
              <a:rPr lang="en-US" smtClean="0"/>
              <a:pPr/>
              <a:t>2/1/2018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65243-CF89-AA40-B126-6E32298B962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50962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D59D9-75BC-0449-81E4-7EB16EB51339}" type="datetimeFigureOut">
              <a:rPr lang="en-US" smtClean="0"/>
              <a:pPr/>
              <a:t>2/1/2018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65243-CF89-AA40-B126-6E32298B962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80118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D59D9-75BC-0449-81E4-7EB16EB51339}" type="datetimeFigureOut">
              <a:rPr lang="en-US" smtClean="0"/>
              <a:pPr/>
              <a:t>2/1/2018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65243-CF89-AA40-B126-6E32298B962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35602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D59D9-75BC-0449-81E4-7EB16EB51339}" type="datetimeFigureOut">
              <a:rPr lang="en-US" smtClean="0"/>
              <a:pPr/>
              <a:t>2/1/2018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65243-CF89-AA40-B126-6E32298B962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5709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D59D9-75BC-0449-81E4-7EB16EB51339}" type="datetimeFigureOut">
              <a:rPr lang="en-US" smtClean="0"/>
              <a:pPr/>
              <a:t>2/1/2018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65243-CF89-AA40-B126-6E32298B962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24090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D59D9-75BC-0449-81E4-7EB16EB51339}" type="datetimeFigureOut">
              <a:rPr lang="en-US" smtClean="0"/>
              <a:pPr/>
              <a:t>2/1/2018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65243-CF89-AA40-B126-6E32298B962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0874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D59D9-75BC-0449-81E4-7EB16EB51339}" type="datetimeFigureOut">
              <a:rPr lang="en-US" smtClean="0"/>
              <a:pPr/>
              <a:t>2/1/2018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65243-CF89-AA40-B126-6E32298B962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72409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D59D9-75BC-0449-81E4-7EB16EB51339}" type="datetimeFigureOut">
              <a:rPr lang="en-US" smtClean="0"/>
              <a:pPr/>
              <a:t>2/1/2018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65243-CF89-AA40-B126-6E32298B962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51058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D59D9-75BC-0449-81E4-7EB16EB51339}" type="datetimeFigureOut">
              <a:rPr lang="en-US" smtClean="0"/>
              <a:pPr/>
              <a:t>2/1/2018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65243-CF89-AA40-B126-6E32298B962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397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7D59D9-75BC-0449-81E4-7EB16EB51339}" type="datetimeFigureOut">
              <a:rPr lang="en-US" smtClean="0"/>
              <a:pPr/>
              <a:t>2/1/2018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F65243-CF89-AA40-B126-6E32298B962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93913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s-chap12_Page_0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9169400" cy="687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345480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s-chap12_Page_02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9169400" cy="687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321214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s-chap12_Page_03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9169400" cy="687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33752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s-chap12_Page_04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9169400" cy="687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988863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s-chap12_Page_05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9169400" cy="687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60478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s-chap12_Page_06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9169400" cy="687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58001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s-chap12_Page_07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9169400" cy="687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929737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s-chap12_Page_08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9169400" cy="687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02672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s-chap12_Page_09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9169400" cy="687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651012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s-chap12_Page_10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9169400" cy="687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655442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s-chap12_Page_14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9169400" cy="687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896921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s-chap12_Page_15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9169400" cy="687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398543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s-chap12_Page_19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9169400" cy="687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5527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s-chap12_Page_2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9169400" cy="687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250141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s-chap12_Page_22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9169400" cy="687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075924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s-chap12_Page_23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9169400" cy="687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329877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s-chap12_Page_24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9169400" cy="687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866312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0</Words>
  <Application>Microsoft Macintosh PowerPoint</Application>
  <PresentationFormat>On-screen Show (4:3)</PresentationFormat>
  <Paragraphs>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RPI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Mohammed Zaki</dc:creator>
  <cp:lastModifiedBy>DELL</cp:lastModifiedBy>
  <cp:revision>2</cp:revision>
  <dcterms:created xsi:type="dcterms:W3CDTF">2014-08-31T21:56:35Z</dcterms:created>
  <dcterms:modified xsi:type="dcterms:W3CDTF">2018-02-01T02:14:32Z</dcterms:modified>
</cp:coreProperties>
</file>